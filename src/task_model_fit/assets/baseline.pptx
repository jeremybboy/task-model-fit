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4e1a4eddf54da0" /><Relationship Type="http://schemas.openxmlformats.org/officeDocument/2006/relationships/extended-properties" Target="/docProps/app.xml" Id="Ra0486921307e409d" /><Relationship Type="http://schemas.openxmlformats.org/officeDocument/2006/relationships/officeDocument" Target="/ppt/presentation.xml" Id="R1ac93210a73b4d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b7c5b596734ef6"/>
  </p:sldMasterIdLst>
  <p:notesMasterIdLst>
    <p:notesMasterId xmlns:r="http://schemas.openxmlformats.org/officeDocument/2006/relationships" r:id="R060eb4d3ef42468e"/>
  </p:notesMasterIdLst>
  <p:sldIdLst>
    <p:sldId xmlns:r="http://schemas.openxmlformats.org/officeDocument/2006/relationships" id="256" r:id="R3844f9b20b0f43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379c28f4944aa2" /><Relationship Type="http://schemas.openxmlformats.org/officeDocument/2006/relationships/slideMaster" Target="/ppt/slideMasters/slideMaster1.xml" Id="Re4b7c5b596734ef6" /><Relationship Type="http://schemas.openxmlformats.org/officeDocument/2006/relationships/notesMaster" Target="/ppt/notesMasters/notesMaster1.xml" Id="R060eb4d3ef42468e" /><Relationship Type="http://schemas.openxmlformats.org/officeDocument/2006/relationships/presProps" Target="/ppt/presProps.xml" Id="R9b2bb2fba6df4b9f" /><Relationship Type="http://schemas.openxmlformats.org/officeDocument/2006/relationships/tableStyles" Target="/ppt/tableStyles.xml" Id="Rdd54b0c25eff4f1a" /><Relationship Type="http://schemas.openxmlformats.org/officeDocument/2006/relationships/slide" Target="/ppt/slides/slide1.xml" Id="R3844f9b20b0f43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570b58a72d4c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cc83b23f174467" /><Relationship Type="http://schemas.openxmlformats.org/officeDocument/2006/relationships/notesMaster" Target="/ppt/notesMasters/notesMaster1.xml" Id="Re26efab2291442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0d94498a74493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cf20180f1b40c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f9f886f8e640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724a1ce7e54f4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0698f8be15438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afac11147b49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E1AAA5-3F19-42A8-865D-3064B200EE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B5588BC-924E-4D40-8514-BE8373FC0C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B61A4B4-D157-4457-B344-D5CC07AE09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FAA837-CE2B-40C1-9FFF-FA512B2F45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EFD1BA5-1219-4189-A693-1EE3799BE3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7C9260-459C-4675-A78F-D20572E7D6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0E4209-52F0-483F-9601-0586524B0C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06EFC32-60AD-4A81-A7EB-9E56CDB4CBB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E6D152-AED9-4196-9B09-B1FA1FD345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72BF48-C3D4-4B78-AE84-F7B27883C0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25cbef76804d3b" /><Relationship Type="http://schemas.openxmlformats.org/officeDocument/2006/relationships/slideLayout" Target="/ppt/slideLayouts/slideLayout1.xml" Id="R1efa0f27276f4cda" /><Relationship Type="http://schemas.openxmlformats.org/officeDocument/2006/relationships/slideLayout" Target="/ppt/slideLayouts/slideLayout2.xml" Id="Re6d6fe0741e24705" /><Relationship Type="http://schemas.openxmlformats.org/officeDocument/2006/relationships/slideLayout" Target="/ppt/slideLayouts/slideLayout3.xml" Id="R8fdeb43269af4b44" /><Relationship Type="http://schemas.openxmlformats.org/officeDocument/2006/relationships/slideLayout" Target="/ppt/slideLayouts/slideLayout4.xml" Id="Ra104950152284aac" /><Relationship Type="http://schemas.openxmlformats.org/officeDocument/2006/relationships/slideLayout" Target="/ppt/slideLayouts/slideLayout5.xml" Id="R8ca4d4819f5c44c5" /><Relationship Type="http://schemas.openxmlformats.org/officeDocument/2006/relationships/slideLayout" Target="/ppt/slideLayouts/slideLayout6.xml" Id="Re4346453b1bb4a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fa0f27276f4cda"/>
    <p:sldLayoutId xmlns:r="http://schemas.openxmlformats.org/officeDocument/2006/relationships" id="2147483650" r:id="Re6d6fe0741e24705"/>
    <p:sldLayoutId xmlns:r="http://schemas.openxmlformats.org/officeDocument/2006/relationships" id="2147483651" r:id="R8fdeb43269af4b44"/>
    <p:sldLayoutId xmlns:r="http://schemas.openxmlformats.org/officeDocument/2006/relationships" id="2147483652" r:id="Ra104950152284aac"/>
    <p:sldLayoutId xmlns:r="http://schemas.openxmlformats.org/officeDocument/2006/relationships" id="2147483653" r:id="R8ca4d4819f5c44c5"/>
    <p:sldLayoutId xmlns:r="http://schemas.openxmlformats.org/officeDocument/2006/relationships" id="2147483654" r:id="Re4346453b1bb4a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cd207ba9704188" /><Relationship Type="http://schemas.openxmlformats.org/officeDocument/2006/relationships/notesSlide" Target="/ppt/notesSlides/notesSlide1.xml" Id="R4035975ff2ac45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headline">
            <a:extLst xmlns:a="http://schemas.openxmlformats.org/drawingml/2006/main">
              <a:ext uri="{FF2B5EF4-FFF2-40B4-BE49-F238E27FC236}">
                <a16:creationId xmlns:a16="http://schemas.microsoft.com/office/drawing/2014/main" id="{05CBC601-1594-4D38-AFA6-A9D51965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5250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rgbClr val="F4F4F5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4800">
                <a:solidFill>
                  <a:srgbClr val="F4F4F5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4800">
                <a:solidFill>
                  <a:srgbClr val="F4F4F5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4800">
                <a:solidFill>
                  <a:srgbClr val="F4F4F5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4800">
                <a:solidFill>
                  <a:srgbClr val="F4F4F5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4800">
                <a:solidFill>
                  <a:srgbClr val="F4F4F5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4800">
                <a:solidFill>
                  <a:srgbClr val="F4F4F5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4800">
                <a:solidFill>
                  <a:srgbClr val="F4F4F5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4800">
                <a:solidFill>
                  <a:srgbClr val="F4F4F5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4800">
                <a:solidFill>
                  <a:srgbClr val="F4F4F5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4800">
                <a:solidFill>
                  <a:srgbClr val="F4F4F5"/>
                </a:solidFill>
                <a:latin typeface="Nimbus Sans"/>
                <a:ea typeface="Nimbus Sans"/>
                <a:cs typeface="Nimbus Sans"/>
              </a:defRPr>
            </a:pPr>
            <a:r>
              <a:rPr sz="4800">
                <a:solidFill>
                  <a:srgbClr val="F4F4F5"/>
                </a:solidFill>
                <a:latin typeface="Nimbus Sans"/>
                <a:ea typeface="Nimbus Sans"/>
                <a:cs typeface="Nimbus Sans"/>
              </a:rPr>
              <a:t>A small change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DBDCB7E-2305-4676-8EB7-1E496013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C8C8CB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100">
                <a:solidFill>
                  <a:srgbClr val="C8C8CB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100">
                <a:solidFill>
                  <a:srgbClr val="C8C8CB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100">
                <a:solidFill>
                  <a:srgbClr val="C8C8CB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100">
                <a:solidFill>
                  <a:srgbClr val="C8C8CB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100">
                <a:solidFill>
                  <a:srgbClr val="C8C8CB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100">
                <a:solidFill>
                  <a:srgbClr val="C8C8CB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100">
                <a:solidFill>
                  <a:srgbClr val="C8C8CB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100">
                <a:solidFill>
                  <a:srgbClr val="C8C8CB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100">
                <a:solidFill>
                  <a:srgbClr val="C8C8CB"/>
                </a:solidFill>
                <a:latin typeface="Nimbus Sans"/>
                <a:ea typeface="Nimbus Sans"/>
                <a:cs typeface="Nimbus Sans"/>
              </a:defRPr>
            </a:lvl9pPr>
          </a:lstStyle>
          <a:p xmlns:a="http://schemas.openxmlformats.org/drawingml/2006/main">
            <a:pPr>
              <a:defRPr sz="2100">
                <a:solidFill>
                  <a:srgbClr val="C8C8CB"/>
                </a:solidFill>
                <a:latin typeface="Nimbus Sans"/>
                <a:ea typeface="Nimbus Sans"/>
                <a:cs typeface="Nimbus Sans"/>
              </a:defRPr>
            </a:pPr>
            <a:r>
              <a:rPr sz="2100">
                <a:solidFill>
                  <a:srgbClr val="C8C8CB"/>
                </a:solidFill>
                <a:latin typeface="Nimbus Sans"/>
                <a:ea typeface="Nimbus Sans"/>
                <a:cs typeface="Nimbus Sans"/>
              </a:rPr>
              <a:t>A clearer slide, one action at a time.</a:t>
            </a:r>
          </a:p>
        </p:txBody>
      </p:sp>
      <p:sp>
        <p:nvSpPr>
          <p:cNvPr id="3" name="accent-square">
            <a:extLst xmlns:a="http://schemas.openxmlformats.org/drawingml/2006/main">
              <a:ext uri="{FF2B5EF4-FFF2-40B4-BE49-F238E27FC236}">
                <a16:creationId xmlns:a16="http://schemas.microsoft.com/office/drawing/2014/main" id="{04499437-66A3-49DB-9900-713623F0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047750"/>
            <a:ext cx="95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D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67016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2026-10-22T18:51:24.6110000Z</dcterms:created>
  <dcterms:modified xsi:type="dcterms:W3CDTF">2026-10-22T18:51:24.6110000Z</dcterms:modified>
</coreProperties>
</file>